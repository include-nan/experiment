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173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32D6-F5C1-4961-9A48-56C229FA8D95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EDD1E-A9AD-43C1-BD7F-FF2461C70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2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2020/6/3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14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</a:rPr>
              <a:t>校园地图导航</a:t>
            </a:r>
            <a:endParaRPr lang="zh-CN" altLang="en-US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地图不低于五个点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可以在代码里设置好点名，路径，路径权重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程序运行，输入两个点，输出最短距离及最短路径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加分项：可视化地图 </a:t>
            </a:r>
            <a:r>
              <a:rPr lang="en-US" altLang="zh-CN" sz="2400" dirty="0">
                <a:latin typeface="宋体" panose="02010600030101010101" pitchFamily="2" charset="-122"/>
              </a:rPr>
              <a:t>QT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281</TotalTime>
  <Words>55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宋体</vt:lpstr>
      <vt:lpstr>Calibri</vt:lpstr>
      <vt:lpstr>Calibri Light</vt:lpstr>
      <vt:lpstr>回顾</vt:lpstr>
      <vt:lpstr>实验课 Week 14</vt:lpstr>
      <vt:lpstr>校园地图导航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薛俊龙</cp:lastModifiedBy>
  <cp:revision>44</cp:revision>
  <dcterms:created xsi:type="dcterms:W3CDTF">2020-02-09T07:09:27Z</dcterms:created>
  <dcterms:modified xsi:type="dcterms:W3CDTF">2020-06-03T03:09:27Z</dcterms:modified>
</cp:coreProperties>
</file>