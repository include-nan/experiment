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173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94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395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0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15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58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9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9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7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4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767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410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958ECB7-02C8-4471-9AAE-3D6DA83E3DED}" type="datetimeFigureOut">
              <a:rPr lang="zh-CN" altLang="en-US" smtClean="0"/>
              <a:t>2020/3/10 Tuesday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81E5A6-FC5F-4723-B2F8-3BCF54F03D5C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2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B0164C-3A60-4C3D-803F-7C3432BB1B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实验课 </a:t>
            </a:r>
            <a:r>
              <a:rPr lang="en-US" altLang="zh-CN" dirty="0"/>
              <a:t>Week 4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4064A5-F00F-4FF2-9A73-2C37B11A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3469" y="4968238"/>
            <a:ext cx="2626822" cy="476598"/>
          </a:xfrm>
        </p:spPr>
        <p:txBody>
          <a:bodyPr/>
          <a:lstStyle/>
          <a:p>
            <a:r>
              <a:rPr lang="zh-CN" altLang="en-US" dirty="0"/>
              <a:t>助教：薛俊龙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1E668B-8F53-448E-9224-BEDF43C233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6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879" y="289054"/>
            <a:ext cx="10515600" cy="997555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388" y="172236"/>
            <a:ext cx="1587624" cy="920822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B6EC4EB-3001-4A6A-97AE-BCA444504699}"/>
              </a:ext>
            </a:extLst>
          </p:cNvPr>
          <p:cNvSpPr txBox="1"/>
          <p:nvPr/>
        </p:nvSpPr>
        <p:spPr>
          <a:xfrm>
            <a:off x="568036" y="1953491"/>
            <a:ext cx="103535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</a:rPr>
              <a:t>	实现一元多项式的乘法（需要编写可运行程序）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</a:rPr>
              <a:t>   要求：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、通过键盘随即输入两个多项式</a:t>
            </a:r>
            <a:r>
              <a:rPr lang="en-US" altLang="zh-CN" sz="2400" dirty="0">
                <a:latin typeface="宋体" panose="02010600030101010101" pitchFamily="2" charset="-122"/>
              </a:rPr>
              <a:t>P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）和</a:t>
            </a:r>
            <a:r>
              <a:rPr lang="en-US" altLang="zh-CN" sz="2400" dirty="0">
                <a:latin typeface="宋体" panose="02010600030101010101" pitchFamily="2" charset="-122"/>
              </a:rPr>
              <a:t>Q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）的内容。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2</a:t>
            </a:r>
            <a:r>
              <a:rPr lang="zh-CN" altLang="en-US" sz="2400" dirty="0">
                <a:latin typeface="宋体" panose="02010600030101010101" pitchFamily="2" charset="-122"/>
              </a:rPr>
              <a:t>、输出结果要有</a:t>
            </a:r>
            <a:r>
              <a:rPr lang="en-US" altLang="zh-CN" sz="2400" dirty="0">
                <a:latin typeface="宋体" panose="02010600030101010101" pitchFamily="2" charset="-122"/>
              </a:rPr>
              <a:t>P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）、</a:t>
            </a:r>
            <a:r>
              <a:rPr lang="en-US" altLang="zh-CN" sz="2400" dirty="0">
                <a:latin typeface="宋体" panose="02010600030101010101" pitchFamily="2" charset="-122"/>
              </a:rPr>
              <a:t>Q</a:t>
            </a:r>
            <a:r>
              <a:rPr lang="zh-CN" altLang="en-US" sz="2400" dirty="0">
                <a:latin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latin typeface="宋体" panose="02010600030101010101" pitchFamily="2" charset="-122"/>
              </a:rPr>
              <a:t>）以及他们的积。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en-US" altLang="zh-CN" sz="2400" dirty="0">
                <a:latin typeface="宋体" panose="02010600030101010101" pitchFamily="2" charset="-122"/>
              </a:rPr>
              <a:t>	3</a:t>
            </a:r>
            <a:r>
              <a:rPr lang="zh-CN" altLang="en-US" sz="2400" dirty="0">
                <a:latin typeface="宋体" panose="02010600030101010101" pitchFamily="2" charset="-122"/>
              </a:rPr>
              <a:t>、输入输出多项式的格式可自行定义。</a:t>
            </a:r>
          </a:p>
        </p:txBody>
      </p:sp>
    </p:spTree>
    <p:extLst>
      <p:ext uri="{BB962C8B-B14F-4D97-AF65-F5344CB8AC3E}">
        <p14:creationId xmlns:p14="http://schemas.microsoft.com/office/powerpoint/2010/main" val="368135221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148</TotalTime>
  <Words>78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宋体</vt:lpstr>
      <vt:lpstr>Calibri</vt:lpstr>
      <vt:lpstr>Calibri Light</vt:lpstr>
      <vt:lpstr>回顾</vt:lpstr>
      <vt:lpstr>实验课 Week 4</vt:lpstr>
      <vt:lpstr>实验内容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实验课 Week 1</dc:title>
  <dc:creator>C CI</dc:creator>
  <cp:lastModifiedBy>C CI</cp:lastModifiedBy>
  <cp:revision>18</cp:revision>
  <dcterms:created xsi:type="dcterms:W3CDTF">2020-02-09T07:09:27Z</dcterms:created>
  <dcterms:modified xsi:type="dcterms:W3CDTF">2020-03-10T09:12:42Z</dcterms:modified>
</cp:coreProperties>
</file>