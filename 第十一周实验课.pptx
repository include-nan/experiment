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173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DD32D6-F5C1-4961-9A48-56C229FA8D95}" type="datetimeFigureOut">
              <a:rPr lang="zh-CN" altLang="en-US" smtClean="0"/>
              <a:t>2020/5/12 Tuesday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EDD1E-A9AD-43C1-BD7F-FF2461C70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72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2020/5/12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94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2020/5/12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39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2020/5/12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00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2020/5/12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15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2020/5/12 Tuesday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588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2020/5/12 Tuesday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390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2020/5/12 Tuesday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79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58ECB7-02C8-4471-9AAE-3D6DA83E3DED}" type="datetimeFigureOut">
              <a:rPr lang="zh-CN" altLang="en-US" smtClean="0"/>
              <a:t>2020/5/12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17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2020/5/12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42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2020/5/12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76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2020/5/12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41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958ECB7-02C8-4471-9AAE-3D6DA83E3DED}" type="datetimeFigureOut">
              <a:rPr lang="zh-CN" altLang="en-US" smtClean="0"/>
              <a:t>2020/5/12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23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0164C-3A60-4C3D-803F-7C3432BB1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实验课 </a:t>
            </a:r>
            <a:r>
              <a:rPr lang="en-US" altLang="zh-CN" dirty="0"/>
              <a:t>Week 11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4064A5-F00F-4FF2-9A73-2C37B11A4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3469" y="4968238"/>
            <a:ext cx="2626822" cy="476598"/>
          </a:xfrm>
        </p:spPr>
        <p:txBody>
          <a:bodyPr/>
          <a:lstStyle/>
          <a:p>
            <a:r>
              <a:rPr lang="zh-CN" altLang="en-US" dirty="0"/>
              <a:t>助教：薛俊龙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1E668B-8F53-448E-9224-BEDF43C233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6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7879" y="289054"/>
            <a:ext cx="10515600" cy="997555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宋体" panose="02010600030101010101" pitchFamily="2" charset="-122"/>
              </a:rPr>
              <a:t>哈夫曼编码实现文本压缩</a:t>
            </a:r>
            <a:endParaRPr lang="zh-CN" altLang="en-US" sz="4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B6EC4EB-3001-4A6A-97AE-BCA444504699}"/>
              </a:ext>
            </a:extLst>
          </p:cNvPr>
          <p:cNvSpPr txBox="1"/>
          <p:nvPr/>
        </p:nvSpPr>
        <p:spPr>
          <a:xfrm>
            <a:off x="568036" y="1953491"/>
            <a:ext cx="103535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</a:rPr>
              <a:t>	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、复习第十周上课内容</a:t>
            </a:r>
            <a:r>
              <a:rPr lang="en-US" altLang="zh-CN" sz="2400" dirty="0">
                <a:latin typeface="宋体" panose="02010600030101010101" pitchFamily="2" charset="-122"/>
              </a:rPr>
              <a:t>	</a:t>
            </a:r>
            <a:r>
              <a:rPr lang="en-US" altLang="zh-CN" sz="2400" dirty="0" err="1">
                <a:latin typeface="宋体" panose="02010600030101010101" pitchFamily="2" charset="-122"/>
              </a:rPr>
              <a:t>bilibili</a:t>
            </a:r>
            <a:r>
              <a:rPr lang="zh-CN" altLang="en-US" sz="2400" dirty="0">
                <a:latin typeface="宋体" panose="02010600030101010101" pitchFamily="2" charset="-122"/>
              </a:rPr>
              <a:t>录像回放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</a:rPr>
              <a:t>	2</a:t>
            </a:r>
            <a:r>
              <a:rPr lang="zh-CN" altLang="en-US" sz="2400" dirty="0">
                <a:latin typeface="宋体" panose="02010600030101010101" pitchFamily="2" charset="-122"/>
              </a:rPr>
              <a:t>、两个功能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</a:rPr>
              <a:t>		</a:t>
            </a:r>
            <a:r>
              <a:rPr lang="zh-CN" altLang="en-US" sz="2400" dirty="0">
                <a:latin typeface="宋体" panose="02010600030101010101" pitchFamily="2" charset="-122"/>
              </a:rPr>
              <a:t>输入字符串，输出字符串的哈夫曼编码；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</a:rPr>
              <a:t>		</a:t>
            </a:r>
            <a:r>
              <a:rPr lang="zh-CN" altLang="en-US" sz="2400" dirty="0">
                <a:latin typeface="宋体" panose="02010600030101010101" pitchFamily="2" charset="-122"/>
              </a:rPr>
              <a:t>输入文本文件（英文），输出哈夫曼编码文件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</a:rPr>
              <a:t>	3</a:t>
            </a:r>
            <a:r>
              <a:rPr lang="zh-CN" altLang="en-US" sz="2400" dirty="0">
                <a:latin typeface="宋体" panose="02010600030101010101" pitchFamily="2" charset="-122"/>
              </a:rPr>
              <a:t>、附加：解压缩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135221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277</TotalTime>
  <Words>59</Words>
  <Application>Microsoft Office PowerPoint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宋体</vt:lpstr>
      <vt:lpstr>Calibri</vt:lpstr>
      <vt:lpstr>Calibri Light</vt:lpstr>
      <vt:lpstr>回顾</vt:lpstr>
      <vt:lpstr>实验课 Week 11</vt:lpstr>
      <vt:lpstr>哈夫曼编码实现文本压缩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实验课 Week 1</dc:title>
  <dc:creator>C CI</dc:creator>
  <cp:lastModifiedBy>教师</cp:lastModifiedBy>
  <cp:revision>40</cp:revision>
  <dcterms:created xsi:type="dcterms:W3CDTF">2020-02-09T07:09:27Z</dcterms:created>
  <dcterms:modified xsi:type="dcterms:W3CDTF">2020-05-12T06:18:06Z</dcterms:modified>
</cp:coreProperties>
</file>