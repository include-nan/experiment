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1736" r:id="rId3"/>
    <p:sldId id="1737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2020/3/13 Friday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2940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2020/3/13 Friday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395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2020/3/13 Friday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0009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2020/3/13 Friday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157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2020/3/13 Friday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7588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2020/3/13 Friday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1390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2020/3/13 Friday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1792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958ECB7-02C8-4471-9AAE-3D6DA83E3DED}" type="datetimeFigureOut">
              <a:rPr lang="zh-CN" altLang="en-US" smtClean="0"/>
              <a:t>2020/3/13 Friday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179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2020/3/13 Friday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5342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2020/3/13 Friday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2767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2020/3/13 Friday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410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958ECB7-02C8-4471-9AAE-3D6DA83E3DED}" type="datetimeFigureOut">
              <a:rPr lang="zh-CN" altLang="en-US" smtClean="0"/>
              <a:t>2020/3/13 Friday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0238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B0164C-3A60-4C3D-803F-7C3432BB1B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实验课 </a:t>
            </a:r>
            <a:r>
              <a:rPr lang="en-US" altLang="zh-CN" dirty="0"/>
              <a:t>Week 2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84064A5-F00F-4FF2-9A73-2C37B11A49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13469" y="4968238"/>
            <a:ext cx="2626822" cy="476598"/>
          </a:xfrm>
        </p:spPr>
        <p:txBody>
          <a:bodyPr/>
          <a:lstStyle/>
          <a:p>
            <a:r>
              <a:rPr lang="zh-CN" altLang="en-US" dirty="0"/>
              <a:t>助教：薛俊龙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11E668B-8F53-448E-9224-BEDF43C233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388" y="172236"/>
            <a:ext cx="1587624" cy="920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461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5988" y="247490"/>
            <a:ext cx="10515600" cy="997555"/>
          </a:xfrm>
        </p:spPr>
        <p:txBody>
          <a:bodyPr>
            <a:normAutofit/>
          </a:bodyPr>
          <a:lstStyle/>
          <a:p>
            <a:r>
              <a:rPr lang="zh-CN" altLang="en-US" sz="4000" b="1" dirty="0">
                <a:latin typeface="宋体" panose="02010600030101010101" pitchFamily="2" charset="-122"/>
                <a:ea typeface="宋体" panose="02010600030101010101" pitchFamily="2" charset="-122"/>
              </a:rPr>
              <a:t>实验内容</a:t>
            </a: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388" y="172236"/>
            <a:ext cx="1587624" cy="920822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EB6EC4EB-3001-4A6A-97AE-BCA444504699}"/>
              </a:ext>
            </a:extLst>
          </p:cNvPr>
          <p:cNvSpPr txBox="1"/>
          <p:nvPr/>
        </p:nvSpPr>
        <p:spPr>
          <a:xfrm>
            <a:off x="568036" y="1953491"/>
            <a:ext cx="1035355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复习链表知识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编写链表的实现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程序，增删改查，为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后续实验准备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完善给出的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语言代码文件（已上传到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Blackboard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平台，不用也可以）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正确运行并实现功能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本次实验采用有头节点的链表</a:t>
            </a:r>
          </a:p>
        </p:txBody>
      </p:sp>
    </p:spTree>
    <p:extLst>
      <p:ext uri="{BB962C8B-B14F-4D97-AF65-F5344CB8AC3E}">
        <p14:creationId xmlns:p14="http://schemas.microsoft.com/office/powerpoint/2010/main" val="3681352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5988" y="247490"/>
            <a:ext cx="10515600" cy="997555"/>
          </a:xfrm>
        </p:spPr>
        <p:txBody>
          <a:bodyPr>
            <a:normAutofit/>
          </a:bodyPr>
          <a:lstStyle/>
          <a:p>
            <a:r>
              <a:rPr lang="zh-CN" altLang="en-US" sz="4000" b="1" dirty="0">
                <a:latin typeface="宋体" panose="02010600030101010101" pitchFamily="2" charset="-122"/>
                <a:ea typeface="宋体" panose="02010600030101010101" pitchFamily="2" charset="-122"/>
              </a:rPr>
              <a:t>运行结果</a:t>
            </a: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388" y="172236"/>
            <a:ext cx="1587624" cy="920822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EB6EC4EB-3001-4A6A-97AE-BCA444504699}"/>
              </a:ext>
            </a:extLst>
          </p:cNvPr>
          <p:cNvSpPr txBox="1"/>
          <p:nvPr/>
        </p:nvSpPr>
        <p:spPr>
          <a:xfrm>
            <a:off x="568036" y="1842654"/>
            <a:ext cx="10353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正确运行，程序打印结果如下图所示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A81E090-A4A8-4047-B7F3-567A4371C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036" y="2638694"/>
            <a:ext cx="7208693" cy="301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968142"/>
      </p:ext>
    </p:extLst>
  </p:cSld>
  <p:clrMapOvr>
    <a:masterClrMapping/>
  </p:clrMapOvr>
</p:sld>
</file>

<file path=ppt/theme/theme1.xml><?xml version="1.0" encoding="utf-8"?>
<a:theme xmlns:a="http://schemas.openxmlformats.org/drawingml/2006/main" name="回顾">
  <a:themeElements>
    <a:clrScheme name="回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176</TotalTime>
  <Words>72</Words>
  <Application>Microsoft Office PowerPoint</Application>
  <PresentationFormat>宽屏</PresentationFormat>
  <Paragraphs>14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宋体</vt:lpstr>
      <vt:lpstr>Calibri</vt:lpstr>
      <vt:lpstr>Calibri Light</vt:lpstr>
      <vt:lpstr>回顾</vt:lpstr>
      <vt:lpstr>实验课 Week 2</vt:lpstr>
      <vt:lpstr>实验内容</vt:lpstr>
      <vt:lpstr>运行结果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实验课 Week 1</dc:title>
  <dc:creator>C CI</dc:creator>
  <cp:lastModifiedBy>C CI</cp:lastModifiedBy>
  <cp:revision>18</cp:revision>
  <dcterms:created xsi:type="dcterms:W3CDTF">2020-02-09T07:09:27Z</dcterms:created>
  <dcterms:modified xsi:type="dcterms:W3CDTF">2020-03-13T01:35:18Z</dcterms:modified>
</cp:coreProperties>
</file>