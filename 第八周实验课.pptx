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173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D32D6-F5C1-4961-9A48-56C229FA8D95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EDD1E-A9AD-43C1-BD7F-FF2461C70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2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2020/4/22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8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87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	利用圆周率生成程序生成圆周率</a:t>
            </a:r>
            <a:r>
              <a:rPr lang="en-US" altLang="zh-CN" sz="2400" dirty="0">
                <a:latin typeface="宋体" panose="02010600030101010101" pitchFamily="2" charset="-122"/>
              </a:rPr>
              <a:t>	y-cruncher</a:t>
            </a:r>
          </a:p>
          <a:p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在此基础上实现</a:t>
            </a:r>
            <a:r>
              <a:rPr lang="en-US" altLang="zh-CN" sz="2400" dirty="0">
                <a:latin typeface="宋体" panose="02010600030101010101" pitchFamily="2" charset="-122"/>
              </a:rPr>
              <a:t>KMP</a:t>
            </a:r>
            <a:r>
              <a:rPr lang="zh-CN" altLang="en-US" sz="2400" dirty="0">
                <a:latin typeface="宋体" panose="02010600030101010101" pitchFamily="2" charset="-122"/>
              </a:rPr>
              <a:t>算法查找自己生日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</a:rPr>
              <a:t>   文件读取</a:t>
            </a:r>
            <a:r>
              <a:rPr lang="en-US" altLang="zh-CN" sz="2400" dirty="0">
                <a:latin typeface="宋体" panose="02010600030101010101" pitchFamily="2" charset="-122"/>
              </a:rPr>
              <a:t>+KMP</a:t>
            </a:r>
            <a:r>
              <a:rPr lang="zh-CN" altLang="en-US" sz="2400" dirty="0">
                <a:latin typeface="宋体" panose="02010600030101010101" pitchFamily="2" charset="-122"/>
              </a:rPr>
              <a:t>匹配</a:t>
            </a: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269</TotalTime>
  <Words>34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宋体</vt:lpstr>
      <vt:lpstr>Calibri</vt:lpstr>
      <vt:lpstr>Calibri Light</vt:lpstr>
      <vt:lpstr>回顾</vt:lpstr>
      <vt:lpstr>实验课 Week 8</vt:lpstr>
      <vt:lpstr>实验内容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教师</cp:lastModifiedBy>
  <cp:revision>36</cp:revision>
  <dcterms:created xsi:type="dcterms:W3CDTF">2020-02-09T07:09:27Z</dcterms:created>
  <dcterms:modified xsi:type="dcterms:W3CDTF">2020-04-22T02:05:23Z</dcterms:modified>
</cp:coreProperties>
</file>