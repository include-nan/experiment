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1736" r:id="rId3"/>
    <p:sldId id="1739" r:id="rId4"/>
    <p:sldId id="1737" r:id="rId5"/>
    <p:sldId id="173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2020/3/5 Thursday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2756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2020/3/5 Thursday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377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2020/3/5 Thursday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039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2020/3/5 Thursday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650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2020/3/5 Thursday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682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2020/3/5 Thursday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780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2020/3/5 Thursday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179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958ECB7-02C8-4471-9AAE-3D6DA83E3DED}" type="datetimeFigureOut">
              <a:rPr lang="zh-CN" altLang="en-US" smtClean="0"/>
              <a:t>2020/3/5 Thursday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931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2020/3/5 Thursday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066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2020/3/5 Thursday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70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2020/3/5 Thursday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18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958ECB7-02C8-4471-9AAE-3D6DA83E3DED}" type="datetimeFigureOut">
              <a:rPr lang="zh-CN" altLang="en-US" smtClean="0"/>
              <a:t>2020/3/5 Thursday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5496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B0164C-3A60-4C3D-803F-7C3432BB1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/>
          <a:lstStyle/>
          <a:p>
            <a:r>
              <a:rPr lang="zh-CN" altLang="en-US" dirty="0"/>
              <a:t>实验课 </a:t>
            </a:r>
            <a:r>
              <a:rPr lang="en-US" altLang="zh-CN" dirty="0"/>
              <a:t>Week 1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5D4428C-D00F-4516-B2D3-2BDD8EB6D5E6}"/>
              </a:ext>
            </a:extLst>
          </p:cNvPr>
          <p:cNvSpPr txBox="1"/>
          <p:nvPr/>
        </p:nvSpPr>
        <p:spPr>
          <a:xfrm flipH="1">
            <a:off x="8095210" y="4987636"/>
            <a:ext cx="3289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助教：薛俊龙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4896F1D-6239-4260-8EFE-2B51DF83A3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388" y="172236"/>
            <a:ext cx="1587624" cy="92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461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4509" y="289054"/>
            <a:ext cx="10515600" cy="997555"/>
          </a:xfrm>
        </p:spPr>
        <p:txBody>
          <a:bodyPr>
            <a:normAutofit/>
          </a:bodyPr>
          <a:lstStyle/>
          <a:p>
            <a:r>
              <a: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</a:rPr>
              <a:t>实验内容</a:t>
            </a: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388" y="172236"/>
            <a:ext cx="1587624" cy="920822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EB6EC4EB-3001-4A6A-97AE-BCA444504699}"/>
              </a:ext>
            </a:extLst>
          </p:cNvPr>
          <p:cNvSpPr txBox="1"/>
          <p:nvPr/>
        </p:nvSpPr>
        <p:spPr>
          <a:xfrm>
            <a:off x="1094509" y="1995055"/>
            <a:ext cx="1035355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算法复杂度比较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动手</a:t>
            </a:r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撰写随机数生成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生成一组随机数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通过主函数调用两个排序算法，对随机数进行排序，并打印结果和运行时间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冒泡排序 快速排序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根据运行时间的不同，体会算法复杂度的影响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1352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5775" y="289053"/>
            <a:ext cx="10515600" cy="997555"/>
          </a:xfrm>
        </p:spPr>
        <p:txBody>
          <a:bodyPr>
            <a:normAutofit/>
          </a:bodyPr>
          <a:lstStyle/>
          <a:p>
            <a:r>
              <a: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</a:rPr>
              <a:t>几点要求</a:t>
            </a: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388" y="172236"/>
            <a:ext cx="1587624" cy="920822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EB6EC4EB-3001-4A6A-97AE-BCA444504699}"/>
              </a:ext>
            </a:extLst>
          </p:cNvPr>
          <p:cNvSpPr txBox="1"/>
          <p:nvPr/>
        </p:nvSpPr>
        <p:spPr>
          <a:xfrm>
            <a:off x="1066799" y="2090172"/>
            <a:ext cx="103535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随机数的数量不少于两万，否则体现不出时间差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要对同一组随机数分别使用两种算法进行排序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定义一个定时器，打印出两次排序的时间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认真完成实验报告并及时上传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BB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平台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8016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9224" y="247490"/>
            <a:ext cx="10515600" cy="997555"/>
          </a:xfrm>
        </p:spPr>
        <p:txBody>
          <a:bodyPr>
            <a:normAutofit/>
          </a:bodyPr>
          <a:lstStyle/>
          <a:p>
            <a:r>
              <a: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</a:rPr>
              <a:t>冒泡排序</a:t>
            </a: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388" y="172236"/>
            <a:ext cx="1587624" cy="920822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EB6EC4EB-3001-4A6A-97AE-BCA444504699}"/>
              </a:ext>
            </a:extLst>
          </p:cNvPr>
          <p:cNvSpPr txBox="1"/>
          <p:nvPr/>
        </p:nvSpPr>
        <p:spPr>
          <a:xfrm>
            <a:off x="1432460" y="1320299"/>
            <a:ext cx="1035355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void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BubbleSort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(int a[], int n)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int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j,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temp;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for (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0;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&lt; n-1;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++)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for (j = 0; j &lt; n-1-i;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j++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	{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if (a[j] &gt; a[j+1]) {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temp = a[j];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a[j] = a[j+1];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a[j+1] = temp;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}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}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}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16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9224" y="272830"/>
            <a:ext cx="10515600" cy="997555"/>
          </a:xfrm>
        </p:spPr>
        <p:txBody>
          <a:bodyPr>
            <a:normAutofit/>
          </a:bodyPr>
          <a:lstStyle/>
          <a:p>
            <a:r>
              <a: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</a:rPr>
              <a:t>快速排序</a:t>
            </a: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388" y="172236"/>
            <a:ext cx="1587624" cy="920822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EB6EC4EB-3001-4A6A-97AE-BCA444504699}"/>
              </a:ext>
            </a:extLst>
          </p:cNvPr>
          <p:cNvSpPr txBox="1"/>
          <p:nvPr/>
        </p:nvSpPr>
        <p:spPr>
          <a:xfrm>
            <a:off x="1432460" y="1272546"/>
            <a:ext cx="1035355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void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QuickSort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(int a[], int left, int right)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if(left &gt;= right)   return ;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int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left, j = right, key = a[left];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while(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&lt; j) {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while(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&lt; j &amp;&amp; key &lt;= a[j]) j--;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a[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 = a[j];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while(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&lt; j &amp;&amp; key &gt;= a[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])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++;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a[j] = a[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];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}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a[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 = key;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QuickSort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(a, left,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- 1);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QuickSort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(a,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+ 1, right);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291876"/>
      </p:ext>
    </p:extLst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69</TotalTime>
  <Words>335</Words>
  <Application>Microsoft Office PowerPoint</Application>
  <PresentationFormat>宽屏</PresentationFormat>
  <Paragraphs>49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宋体</vt:lpstr>
      <vt:lpstr>Calibri</vt:lpstr>
      <vt:lpstr>Calibri Light</vt:lpstr>
      <vt:lpstr>Times New Roman</vt:lpstr>
      <vt:lpstr>回顾</vt:lpstr>
      <vt:lpstr>实验课 Week 1</vt:lpstr>
      <vt:lpstr>实验内容</vt:lpstr>
      <vt:lpstr>几点要求</vt:lpstr>
      <vt:lpstr>冒泡排序</vt:lpstr>
      <vt:lpstr>快速排序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实验课 Week 1</dc:title>
  <dc:creator>C CI</dc:creator>
  <cp:lastModifiedBy>C CI</cp:lastModifiedBy>
  <cp:revision>18</cp:revision>
  <dcterms:created xsi:type="dcterms:W3CDTF">2020-02-09T07:09:27Z</dcterms:created>
  <dcterms:modified xsi:type="dcterms:W3CDTF">2020-03-05T06:03:58Z</dcterms:modified>
</cp:coreProperties>
</file>